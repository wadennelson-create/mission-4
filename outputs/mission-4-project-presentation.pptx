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d3794458914405" /><Relationship Type="http://schemas.openxmlformats.org/officeDocument/2006/relationships/extended-properties" Target="/docProps/app.xml" Id="R696fd94780aa4a08" /><Relationship Type="http://schemas.openxmlformats.org/officeDocument/2006/relationships/officeDocument" Target="/ppt/presentation.xml" Id="R1ec71413f75740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615f9ca77c4aa3"/>
  </p:sldMasterIdLst>
  <p:notesMasterIdLst>
    <p:notesMasterId xmlns:r="http://schemas.openxmlformats.org/officeDocument/2006/relationships" r:id="R102db6600ea547ce"/>
  </p:notesMasterIdLst>
  <p:sldIdLst>
    <p:sldId xmlns:r="http://schemas.openxmlformats.org/officeDocument/2006/relationships" id="256" r:id="Rd8777c4432e44a9e"/>
    <p:sldId xmlns:r="http://schemas.openxmlformats.org/officeDocument/2006/relationships" id="257" r:id="Ra5c5aeb2909144ba"/>
    <p:sldId xmlns:r="http://schemas.openxmlformats.org/officeDocument/2006/relationships" id="258" r:id="R462aadc5765049da"/>
    <p:sldId xmlns:r="http://schemas.openxmlformats.org/officeDocument/2006/relationships" id="259" r:id="Raff4495ab2a54ae2"/>
    <p:sldId xmlns:r="http://schemas.openxmlformats.org/officeDocument/2006/relationships" id="260" r:id="R12ee29e69d4a42d7"/>
    <p:sldId xmlns:r="http://schemas.openxmlformats.org/officeDocument/2006/relationships" id="261" r:id="Rde389ab7bac24c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8f65c5da3c4869" /><Relationship Type="http://schemas.openxmlformats.org/officeDocument/2006/relationships/slideMaster" Target="/ppt/slideMasters/slideMaster1.xml" Id="R4a615f9ca77c4aa3" /><Relationship Type="http://schemas.openxmlformats.org/officeDocument/2006/relationships/notesMaster" Target="/ppt/notesMasters/notesMaster1.xml" Id="R102db6600ea547ce" /><Relationship Type="http://schemas.openxmlformats.org/officeDocument/2006/relationships/presProps" Target="/ppt/presProps.xml" Id="R8d1f08d31e09411a" /><Relationship Type="http://schemas.openxmlformats.org/officeDocument/2006/relationships/tableStyles" Target="/ppt/tableStyles.xml" Id="R7da78c63868d4be0" /><Relationship Type="http://schemas.openxmlformats.org/officeDocument/2006/relationships/slide" Target="/ppt/slides/slide1.xml" Id="Rd8777c4432e44a9e" /><Relationship Type="http://schemas.openxmlformats.org/officeDocument/2006/relationships/slide" Target="/ppt/slides/slide2.xml" Id="Ra5c5aeb2909144ba" /><Relationship Type="http://schemas.openxmlformats.org/officeDocument/2006/relationships/slide" Target="/ppt/slides/slide3.xml" Id="R462aadc5765049da" /><Relationship Type="http://schemas.openxmlformats.org/officeDocument/2006/relationships/slide" Target="/ppt/slides/slide4.xml" Id="Raff4495ab2a54ae2" /><Relationship Type="http://schemas.openxmlformats.org/officeDocument/2006/relationships/slide" Target="/ppt/slides/slide5.xml" Id="R12ee29e69d4a42d7" /><Relationship Type="http://schemas.openxmlformats.org/officeDocument/2006/relationships/slide" Target="/ppt/slides/slide6.xml" Id="Rde389ab7bac24c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4a68ac27234c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6f6cd1d9a94224" /><Relationship Type="http://schemas.openxmlformats.org/officeDocument/2006/relationships/notesMaster" Target="/ppt/notesMasters/notesMaster1.xml" Id="Re0501c2fbce047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e0bad835514b65" /><Relationship Type="http://schemas.openxmlformats.org/officeDocument/2006/relationships/notesMaster" Target="/ppt/notesMasters/notesMaster1.xml" Id="R713dc51f7f6b4f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65c0aa99714216" /><Relationship Type="http://schemas.openxmlformats.org/officeDocument/2006/relationships/notesMaster" Target="/ppt/notesMasters/notesMaster1.xml" Id="R18228da0211248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ab72bed8d24d54" /><Relationship Type="http://schemas.openxmlformats.org/officeDocument/2006/relationships/notesMaster" Target="/ppt/notesMasters/notesMaster1.xml" Id="Rb159a6010eaf4e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b9b370ce744dc8" /><Relationship Type="http://schemas.openxmlformats.org/officeDocument/2006/relationships/notesMaster" Target="/ppt/notesMasters/notesMaster1.xml" Id="R3b5259aa79d44b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bb5ec7ba5a4bf9" /><Relationship Type="http://schemas.openxmlformats.org/officeDocument/2006/relationships/notesMaster" Target="/ppt/notesMasters/notesMaster1.xml" Id="R89f1fecec25940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c5e068b07942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0d06050a2640ab" /><Relationship Type="http://schemas.openxmlformats.org/officeDocument/2006/relationships/slideLayout" Target="/ppt/slideLayouts/slideLayout1.xml" Id="Rec562866709c49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562866709c49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4354e643d40d6" /><Relationship Type="http://schemas.openxmlformats.org/officeDocument/2006/relationships/image" Target="/ppt/media/image.png" Id="Rc0a3319578ce4627" /><Relationship Type="http://schemas.openxmlformats.org/officeDocument/2006/relationships/notesSlide" Target="/ppt/notesSlides/notesSlide1.xml" Id="Rbde2e008a08d4b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74e5255ab4d70" /><Relationship Type="http://schemas.openxmlformats.org/officeDocument/2006/relationships/notesSlide" Target="/ppt/notesSlides/notesSlide2.xml" Id="Rbbfa02f9da3d41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f819d7c854a70" /><Relationship Type="http://schemas.openxmlformats.org/officeDocument/2006/relationships/notesSlide" Target="/ppt/notesSlides/notesSlide3.xml" Id="R34897ef9570943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09bbdf9c24aa4" /><Relationship Type="http://schemas.openxmlformats.org/officeDocument/2006/relationships/notesSlide" Target="/ppt/notesSlides/notesSlide4.xml" Id="Ra821cf13d2cf47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777d36a584717" /><Relationship Type="http://schemas.openxmlformats.org/officeDocument/2006/relationships/notesSlide" Target="/ppt/notesSlides/notesSlide5.xml" Id="Re4661de506854b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533e03309441f" /><Relationship Type="http://schemas.openxmlformats.org/officeDocument/2006/relationships/notesSlide" Target="/ppt/notesSlides/notesSlide6.xml" Id="Rc38081fc83a14c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0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23083F-CA28-4FE0-818C-7EB5B8DA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32"/>
          </a:solidFill>
          <a:ln xmlns:a="http://schemas.openxmlformats.org/drawingml/2006/main" w="0">
            <a:solidFill>
              <a:srgbClr val="0820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B7F99-8376-43D5-8081-F773CFFF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04850"/>
            <a:ext cx="4000500" cy="4762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13D4B"/>
          </a:solidFill>
          <a:ln xmlns:a="http://schemas.openxmlformats.org/drawingml/2006/main" w="9525">
            <a:solidFill>
              <a:srgbClr val="1E5663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3319578ce4627"/>
          <a:srcRect xmlns:a="http://schemas.openxmlformats.org/drawingml/2006/main" l="0" t="17009" r="0" b="170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990600"/>
            <a:ext cx="342900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DABE4-033E-4F52-88A5-135E42DC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2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CC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CC71"/>
                </a:solidFill>
                <a:latin typeface="Aptos"/>
                <a:ea typeface="Aptos"/>
                <a:cs typeface="Aptos"/>
              </a:rPr>
              <a:t>TURNERS INSURANCE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B1EAF-4FA3-4EF1-8C74-24740CCC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6205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Mission 4 MRK1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56416-14D2-4357-AECE-3E31C5B3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5810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FE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DEFEA"/>
                </a:solidFill>
                <a:latin typeface="Aptos"/>
                <a:ea typeface="Aptos"/>
                <a:cs typeface="Aptos"/>
              </a:rPr>
              <a:t>A Dockerized full-stack insurance assistant with a React frontend, Express API, Gemini-backed Tina chat, and GitHub delivery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ABB6F-32C0-4A39-8C05-411C464C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CC71"/>
          </a:solidFill>
          <a:ln xmlns:a="http://schemas.openxmlformats.org/drawingml/2006/main" w="0">
            <a:solidFill>
              <a:srgbClr val="2ECC7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C9DB9-78E6-494C-B791-46ABC079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814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Docker running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53341-1F58-438C-A244-6FBACE41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14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F3FF"/>
          </a:solidFill>
          <a:ln xmlns:a="http://schemas.openxmlformats.org/drawingml/2006/main" w="0">
            <a:solidFill>
              <a:srgbClr val="D8F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2D47A-E111-4B57-8825-AD4DF780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814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Gemini enabled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544BB-7F6D-4702-8120-D00FC385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14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F6C8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5A4B4-25D4-418F-B556-792D1CC0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8142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GitHub pushed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C1B72-AD92-4F30-9EE7-E23F07AE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766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URLs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Frontend: localhost:5175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Backend: localhost:5002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9A5AA-8D89-4CB3-9234-FD22A9C5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D8D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D8D2"/>
                </a:solidFill>
                <a:latin typeface="Aptos"/>
                <a:ea typeface="Aptos"/>
                <a:cs typeface="Aptos"/>
              </a:rPr>
              <a:t>Repository: wadennelson-create/mission-4</a:t>
            </a:r>
          </a:p>
        </p:txBody>
      </p:sp>
    </p:spTree>
    <p:extLst>
      <p:ext uri="{BB962C8B-B14F-4D97-AF65-F5344CB8AC3E}">
        <p14:creationId xmlns:p14="http://schemas.microsoft.com/office/powerpoint/2010/main" val="866449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7B2A77-45BB-40C6-8527-D0FA499F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CC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CC71"/>
                </a:solidFill>
                <a:latin typeface="Aptos"/>
                <a:ea typeface="Aptos"/>
                <a:cs typeface="Aptos"/>
              </a:rPr>
              <a:t>MISSION 4 MRK1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9BE79-6E9A-4E30-9691-670A4E35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Insurance rules become a guided conversation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FE928-D893-4D1D-800A-B5A78E5C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7080"/>
                </a:solidFill>
                <a:latin typeface="Aptos"/>
                <a:ea typeface="Aptos"/>
                <a:cs typeface="Aptos"/>
              </a:rPr>
              <a:t>Tina asks adaptive questions, recommends eligible policies, and keeps the demo usable even when external AI is unavailable.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6B6CD-2EB6-4B9B-B44D-297F2A32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7080"/>
                </a:solidFill>
                <a:latin typeface="Aptos"/>
                <a:ea typeface="Aptos"/>
                <a:cs typeface="Aptos"/>
              </a:rPr>
              <a:t>Mission 4 · Docker · Gemini · GitHub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D0D69-0205-4AD0-804C-B3F1BCA4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FF8EA"/>
          </a:solidFill>
          <a:ln xmlns:a="http://schemas.openxmlformats.org/drawingml/2006/main" w="9525">
            <a:solidFill>
              <a:srgbClr val="C9D8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8D88F-5379-4D86-9D95-A3C47174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Tina insurance chat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9E621-2A9A-42F9-9E2D-6401B399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2819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Conversational assistant for policy guidance. Gemini is used when configured; local fallback keeps the endpoint reliable for demos.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0C928-19ED-4A8E-9BCB-7C9F5B2C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1C5DC-966B-4C7D-8EE0-2C21FD11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860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Risk rating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42BFD-0D3D-41E8-AC7D-3D58C5EA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67000"/>
            <a:ext cx="2628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Express endpoint and tests for scoring risk inputs through focused backend logic.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DBF33-AE3D-4D81-8CBB-533633B6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76454-F26A-4BD2-AD18-4418BA79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Race analysis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B1FB7-B13F-4B50-85E6-9608CA51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2819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Separate route and tests for analysing race-session style input without mixing responsibilities.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386C5-152A-4818-8F00-437E993B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629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8F3FF"/>
          </a:solidFill>
          <a:ln xmlns:a="http://schemas.openxmlformats.org/drawingml/2006/main" w="9525">
            <a:solidFill>
              <a:srgbClr val="C9D8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6A5B5-D818-4A31-B6B9-B02F45C3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1021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Frontend experience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DBD3E-1D0D-4BC2-B68E-64EC15CF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1021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Vite React app talks to the API through a configurable base URL and is packaged behind nginx in Docker.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69FBAF-C442-4F29-A1B2-C4CD01DD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1"/>
          </a:solidFill>
          <a:ln xmlns:a="http://schemas.openxmlformats.org/drawingml/2006/main" w="0">
            <a:solidFill>
              <a:srgbClr val="C9D8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B72A2-5782-4B1B-BB58-EB08C842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70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7080"/>
                </a:solidFill>
                <a:latin typeface="Aptos"/>
                <a:ea typeface="Aptos"/>
                <a:cs typeface="Aptos"/>
              </a:rPr>
              <a:t>Mission 4 project presentation · 2/6</a:t>
            </a:r>
          </a:p>
        </p:txBody>
      </p:sp>
    </p:spTree>
    <p:extLst>
      <p:ext uri="{BB962C8B-B14F-4D97-AF65-F5344CB8AC3E}">
        <p14:creationId xmlns:p14="http://schemas.microsoft.com/office/powerpoint/2010/main" val="4727357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8A13DC-117A-4C3C-9FED-CB2927C7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CC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CC71"/>
                </a:solidFill>
                <a:latin typeface="Aptos"/>
                <a:ea typeface="Aptos"/>
                <a:cs typeface="Aptos"/>
              </a:rPr>
              <a:t>MISSION 4 MRK1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152A2-54DF-4F07-933B-770A15C9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Architecture is simple, testable, and container-first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67639-3771-4B56-B858-BCE02105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7080"/>
                </a:solidFill>
                <a:latin typeface="Aptos"/>
                <a:ea typeface="Aptos"/>
                <a:cs typeface="Aptos"/>
              </a:rPr>
              <a:t>The project separates UI, API, external AI, and delivery surfaces so each part can be tested or swapped independently.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9AE6F-F770-48DC-9C53-5E7DAA91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7080"/>
                </a:solidFill>
                <a:latin typeface="Aptos"/>
                <a:ea typeface="Aptos"/>
                <a:cs typeface="Aptos"/>
              </a:rPr>
              <a:t>Mission 4 · Docker · Gemini · GitHub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C7336-B6C3-4A1E-89A9-58F8B175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381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AF7"/>
          </a:solidFill>
          <a:ln xmlns:a="http://schemas.openxmlformats.org/drawingml/2006/main" w="9525">
            <a:solidFill>
              <a:srgbClr val="C9D8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55932-609D-4602-8A39-783E14CC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React 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FBB2C-37EB-4D7E-984D-445DDDD7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Vite build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nginx static host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Port 5175 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FF576-E518-4E7B-905A-6C631FB3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71750"/>
            <a:ext cx="2381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DFF8EA"/>
          </a:solidFill>
          <a:ln xmlns:a="http://schemas.openxmlformats.org/drawingml/2006/main" w="9525">
            <a:solidFill>
              <a:srgbClr val="C9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AE328-BF30-42DC-AE6E-AEAF18CA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622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Express 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F256B-3C01-4CA1-B8C3-21ACD4B1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43250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API routes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CORS + JSON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Port 5002 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12040-F52A-4E94-8213-4CB1F012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2381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D8F3FF"/>
          </a:solidFill>
          <a:ln xmlns:a="http://schemas.openxmlformats.org/drawingml/2006/main" w="9525">
            <a:solidFill>
              <a:srgbClr val="C9D8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6F29E-19C4-4672-8905-E37A3162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622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Gemini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EAE65-3A91-40DB-96CD-E18D1571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43250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Tina responses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Model via .env</a:t>
            </a:r>
          </a:p>
          <a:p xmlns:a="http://schemas.openxmlformats.org/drawingml/2006/main"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Fallback on error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40B5D-01E9-45F9-AEE0-9F104BAE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71750"/>
            <a:ext cx="16573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3CF"/>
          </a:solidFill>
          <a:ln xmlns:a="http://schemas.openxmlformats.org/drawingml/2006/main" w="9525">
            <a:solidFill>
              <a:srgbClr val="C9D8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7BA36A-4A74-4831-BA19-B41D3F47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62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GitHub repo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6A614-CDB6-4176-A119-DE1E498B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4325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Source control</a:t>
            </a:r>
          </a:p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Board document</a:t>
            </a:r>
          </a:p>
          <a:p xmlns:a="http://schemas.openxmlformats.org/drawingml/2006/main"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Safe ignores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066A6-E5E0-44D5-9931-1078DF53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4191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0">
            <a:solidFill>
              <a:srgbClr val="2ECC7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3D4F61-5E84-4918-957A-7D85575E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4191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0">
            <a:solidFill>
              <a:srgbClr val="2ECC7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386F58-800D-42A1-A256-519DB59C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24200"/>
            <a:ext cx="4191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0">
            <a:solidFill>
              <a:srgbClr val="2ECC7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C9BFE-F475-4AAD-BC36-BFCD678D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815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docker-compose.yml builds two services; docker-compose.local.yml remaps ports for local demos.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4D1079-7E19-4931-BF4F-4604F75A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1"/>
          </a:solidFill>
          <a:ln xmlns:a="http://schemas.openxmlformats.org/drawingml/2006/main" w="0">
            <a:solidFill>
              <a:srgbClr val="C9D8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654859-B7E9-4CD9-9CAC-ED68C510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70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7080"/>
                </a:solidFill>
                <a:latin typeface="Aptos"/>
                <a:ea typeface="Aptos"/>
                <a:cs typeface="Aptos"/>
              </a:rPr>
              <a:t>Mission 4 project presentation · 3/6</a:t>
            </a:r>
          </a:p>
        </p:txBody>
      </p:sp>
    </p:spTree>
    <p:extLst>
      <p:ext uri="{BB962C8B-B14F-4D97-AF65-F5344CB8AC3E}">
        <p14:creationId xmlns:p14="http://schemas.microsoft.com/office/powerpoint/2010/main" val="16900555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20C647-82F8-4DE3-AD7E-75F000CF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CC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CC71"/>
                </a:solidFill>
                <a:latin typeface="Aptos"/>
                <a:ea typeface="Aptos"/>
                <a:cs typeface="Aptos"/>
              </a:rPr>
              <a:t>MISSION 4 MRK1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584E9-CAB3-4F35-B2C0-C78D8E76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Docker gives the project a repeatable demo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8FBC0-CAF5-4378-AD88-C54E6AAE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7080"/>
                </a:solidFill>
                <a:latin typeface="Aptos"/>
                <a:ea typeface="Aptos"/>
                <a:cs typeface="Aptos"/>
              </a:rPr>
              <a:t>One command builds both services, while the local override avoids clashing with any non-Docker backend already running.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02CB0-6BE7-44E8-95FB-85F5FB03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7080"/>
                </a:solidFill>
                <a:latin typeface="Aptos"/>
                <a:ea typeface="Aptos"/>
                <a:cs typeface="Aptos"/>
              </a:rPr>
              <a:t>Mission 4 · Docker · Gemini · GitHub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FFD8E-9AC8-49FD-9222-2BBD97F2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8BB76-4C95-4C1A-B7AD-60C5CFA5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Default compose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5E675-56D9-453C-841D-96C785E2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43434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docker compose up --build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Frontend: localhost:5173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Backend: localhost:5000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C6201-8FF4-4F96-B430-0C1CC531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33600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82032"/>
          </a:solidFill>
          <a:ln xmlns:a="http://schemas.openxmlformats.org/drawingml/2006/main" w="9525">
            <a:solidFill>
              <a:srgbClr val="0820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E0BEA-33BE-4C5A-A341-0D087EF1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241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Local override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FB791-95E1-4605-8BEF-D71DAB23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05100"/>
            <a:ext cx="43434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docker compose -f docker-compose.yml -f docker-compose.local.yml up -d --build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Frontend: localhost:5175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Backend: localhost:5002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ADAFD-9015-45B0-A7BF-C1F11044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800600"/>
            <a:ext cx="1333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8EA"/>
          </a:solidFill>
          <a:ln xmlns:a="http://schemas.openxmlformats.org/drawingml/2006/main" w="0">
            <a:solidFill>
              <a:srgbClr val="DFF8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D0D5C-2CD0-4801-B8DB-2002B003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86727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E91F5-54EF-4980-A606-DFAA602C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00600"/>
            <a:ext cx="1333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F3FF"/>
          </a:solidFill>
          <a:ln xmlns:a="http://schemas.openxmlformats.org/drawingml/2006/main" w="0">
            <a:solidFill>
              <a:srgbClr val="D8F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A94A8-D839-4A2D-B0C0-73978226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86727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F460D-2F4B-463E-A0FF-F60EC4B1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006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F6C8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77E68-1A5B-4587-8511-DF10D3A1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67275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Gemini key stays local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30DCC-62CB-4EBA-A302-2C0E2387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245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real .env is ignored. The repo includes backend/.env.example for setup without exposing secrets.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97151-53D6-4DA1-AE4E-FF64C323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1"/>
          </a:solidFill>
          <a:ln xmlns:a="http://schemas.openxmlformats.org/drawingml/2006/main" w="0">
            <a:solidFill>
              <a:srgbClr val="C9D8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1FAE19-EE08-4DC7-8BBA-1BA8D025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70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7080"/>
                </a:solidFill>
                <a:latin typeface="Aptos"/>
                <a:ea typeface="Aptos"/>
                <a:cs typeface="Aptos"/>
              </a:rPr>
              <a:t>Mission 4 project presentation · 4/6</a:t>
            </a:r>
          </a:p>
        </p:txBody>
      </p:sp>
    </p:spTree>
    <p:extLst>
      <p:ext uri="{BB962C8B-B14F-4D97-AF65-F5344CB8AC3E}">
        <p14:creationId xmlns:p14="http://schemas.microsoft.com/office/powerpoint/2010/main" val="13252921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DFF2D6-0470-4782-AFAF-96D65662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CC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CC71"/>
                </a:solidFill>
                <a:latin typeface="Aptos"/>
                <a:ea typeface="Aptos"/>
                <a:cs typeface="Aptos"/>
              </a:rPr>
              <a:t>MISSION 4 MRK1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1CAED-6D05-47DD-B039-8AE8EBEE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Delivery is tracked with three clear board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2A413-A23A-4003-B9BA-C4060CE5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70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7080"/>
                </a:solidFill>
                <a:latin typeface="Aptos"/>
                <a:ea typeface="Aptos"/>
                <a:cs typeface="Aptos"/>
              </a:rPr>
              <a:t>The lightweight board lives in docs/jira-board.md and mirrors the requested Jira-style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E8DE4-2F3F-40BB-9384-821105E2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70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7080"/>
                </a:solidFill>
                <a:latin typeface="Aptos"/>
                <a:ea typeface="Aptos"/>
                <a:cs typeface="Aptos"/>
              </a:rPr>
              <a:t>Mission 4 · Docker · Gemini · GitHub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71AE8-E914-423B-83D2-4B00CA3A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8FAF7"/>
          </a:solidFill>
          <a:ln xmlns:a="http://schemas.openxmlformats.org/drawingml/2006/main" w="9525">
            <a:solidFill>
              <a:srgbClr val="C9D8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51134-5FD3-4E8C-BD85-01D64F2A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ToDo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82AD9-A77D-40A3-A9A4-D904CCC4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2819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Production secret handling</a:t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Deployment instructions</a:t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Mobile layout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8FE0F-EF4F-4B1D-8874-9AF942E3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8F3FF"/>
          </a:solidFill>
          <a:ln xmlns:a="http://schemas.openxmlformats.org/drawingml/2006/main" w="9525">
            <a:solidFill>
              <a:srgbClr val="C9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90A89-CE44-429E-B210-13034E47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InProgress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7D67C-B891-448D-8FFE-512AC3A0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62250"/>
            <a:ext cx="2819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Dockerize backend and frontend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Keep compose workflow ready for 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E9816-167B-4854-81D2-613DFBBB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FF8EA"/>
          </a:solidFill>
          <a:ln xmlns:a="http://schemas.openxmlformats.org/drawingml/2006/main" w="9525">
            <a:solidFill>
              <a:srgbClr val="C9D8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A1EB2-8F8A-43A2-B8F5-91CE7C8C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82032"/>
                </a:solidFill>
                <a:latin typeface="Aptos Display"/>
                <a:ea typeface="Aptos Display"/>
                <a:cs typeface="Aptos Display"/>
              </a:rPr>
              <a:t>Done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38F4A-03B5-4CB3-9C36-9153418B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819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Initial GitHub push</a:t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Gemini model configured</a:t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Secrets and generated files ignored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DB26C-04EB-4EF9-B5A1-6A54F0A3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33400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0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2032"/>
                </a:solidFill>
                <a:latin typeface="Aptos"/>
                <a:ea typeface="Aptos"/>
                <a:cs typeface="Aptos"/>
              </a:rPr>
              <a:t>Tags/statuses: ToDo · InProgress · Done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030EB-41DF-404B-BD39-5291962B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1"/>
          </a:solidFill>
          <a:ln xmlns:a="http://schemas.openxmlformats.org/drawingml/2006/main" w="0">
            <a:solidFill>
              <a:srgbClr val="C9D8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3FA72-D9D8-4AC4-AA7B-86B7D041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70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7080"/>
                </a:solidFill>
                <a:latin typeface="Aptos"/>
                <a:ea typeface="Aptos"/>
                <a:cs typeface="Aptos"/>
              </a:rPr>
              <a:t>Mission 4 project presentation · 5/6</a:t>
            </a:r>
          </a:p>
        </p:txBody>
      </p:sp>
    </p:spTree>
    <p:extLst>
      <p:ext uri="{BB962C8B-B14F-4D97-AF65-F5344CB8AC3E}">
        <p14:creationId xmlns:p14="http://schemas.microsoft.com/office/powerpoint/2010/main" val="7680581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20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5B541A-6A4E-4057-B118-1D644CDF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CC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CC71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B6809-F639-45A1-980E-BCA8C511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to show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75B7E-CF2E-4720-83BD-BC1561AF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3D4B"/>
          </a:solidFill>
          <a:ln xmlns:a="http://schemas.openxmlformats.org/drawingml/2006/main" w="9525">
            <a:solidFill>
              <a:srgbClr val="2F66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4277C-DB3C-4243-8277-34EFC6DB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1. Open the 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F014A-B7CD-4E6D-864B-1B4145C4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F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FEA"/>
                </a:solidFill>
                <a:latin typeface="Aptos"/>
                <a:ea typeface="Aptos"/>
                <a:cs typeface="Aptos"/>
              </a:rPr>
              <a:t>http://localhost:5175</a:t>
            </a:r>
          </a:p>
          <a:p xmlns:a="http://schemas.openxmlformats.org/drawingml/2006/main">
            <a:pPr algn="l">
              <a:defRPr sz="1275" b="0">
                <a:solidFill>
                  <a:srgbClr val="DDEF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FEA"/>
                </a:solidFill>
                <a:latin typeface="Aptos"/>
                <a:ea typeface="Aptos"/>
                <a:cs typeface="Aptos"/>
              </a:rPr>
              <a:t>Confirm the Turners Insurance AI page loads.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6824E-B583-4B9E-917F-485F5CC9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764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3D4B"/>
          </a:solidFill>
          <a:ln xmlns:a="http://schemas.openxmlformats.org/drawingml/2006/main" w="9525">
            <a:solidFill>
              <a:srgbClr val="2F667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42B8A-9EDC-4A39-A570-1CB9AC76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669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2. Ask 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ABCEB-F899-4078-AB77-26AC9C8E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479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F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FEA"/>
                </a:solidFill>
                <a:latin typeface="Aptos"/>
                <a:ea typeface="Aptos"/>
                <a:cs typeface="Aptos"/>
              </a:rPr>
              <a:t>Use a vehicle scenario and check the response source through the backend route if needed.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6320F-38B3-429B-929D-3C0936AB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764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13D4B"/>
          </a:solidFill>
          <a:ln xmlns:a="http://schemas.openxmlformats.org/drawingml/2006/main" w="9525">
            <a:solidFill>
              <a:srgbClr val="2F667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BBEDC-26A5-4F9F-B050-70C8A224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3. Show delivery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D0B07-353B-4A8E-8196-DC8BAEC9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F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FEA"/>
                </a:solidFill>
                <a:latin typeface="Aptos"/>
                <a:ea typeface="Aptos"/>
                <a:cs typeface="Aptos"/>
              </a:rPr>
              <a:t>GitHub repo, Docker compose files, tests, and board document are ready for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35F8D-8021-4C62-9778-FF6304DD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CC7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ECC71"/>
                </a:solidFill>
                <a:latin typeface="Aptos"/>
                <a:ea typeface="Aptos"/>
                <a:cs typeface="Aptos"/>
              </a:rPr>
              <a:t>Validation completed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D53F0-281E-4A6A-AFEE-C2E58934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847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Docker stack running · Gemini response verified · Backend tests passing · Repo pushed to GitHub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8DC049-7007-4C03-8E4B-E8D48471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D8D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7D8D2"/>
                </a:solidFill>
                <a:latin typeface="Aptos"/>
                <a:ea typeface="Aptos"/>
                <a:cs typeface="Aptos"/>
              </a:rPr>
              <a:t>Repository: github.com/wadennelson-create/mission-4</a:t>
            </a:r>
          </a:p>
        </p:txBody>
      </p:sp>
    </p:spTree>
    <p:extLst>
      <p:ext uri="{BB962C8B-B14F-4D97-AF65-F5344CB8AC3E}">
        <p14:creationId xmlns:p14="http://schemas.microsoft.com/office/powerpoint/2010/main" val="1621545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2026-06-18T05:41:03.7910000Z</dcterms:created>
  <dcterms:modified xsi:type="dcterms:W3CDTF">2026-06-18T05:41:03.7910000Z</dcterms:modified>
</coreProperties>
</file>